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notesMasterIdLst>
    <p:notesMasterId r:id="rId2"/>
  </p:notesMasterIdLst>
  <p:sldIdLst>
    <p:sldId id="256" r:id="rId3"/>
    <p:sldId id="262" r:id="rId4"/>
    <p:sldId id="257" r:id="rId5"/>
    <p:sldId id="258" r:id="rId6"/>
    <p:sldId id="259" r:id="rId7"/>
    <p:sldId id="260" r:id="rId8"/>
    <p:sldId id="261" r:id="rId9"/>
    <p:sldId id="263" r:id="rId10"/>
    <p:sldId id="264" r:id="rId11"/>
    <p:sldId id="265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/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 snapVertSplitter="1">
    <p:restoredLeft sz="12579"/>
    <p:restoredTop sz="78390"/>
  </p:normalViewPr>
  <p:slideViewPr>
    <p:cSldViewPr snapToGrid="0" snapToObjects="1">
      <p:cViewPr varScale="1">
        <p:scale>
          <a:sx n="100" d="100"/>
          <a:sy n="100" d="100"/>
        </p:scale>
        <p:origin x="0" y="0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9" cy="72009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8.xml"  /><Relationship Id="rId11" Type="http://schemas.openxmlformats.org/officeDocument/2006/relationships/slide" Target="slides/slide9.xml"  /><Relationship Id="rId12" Type="http://schemas.openxmlformats.org/officeDocument/2006/relationships/slide" Target="slides/slide10.xml"  /><Relationship Id="rId13" Type="http://schemas.openxmlformats.org/officeDocument/2006/relationships/presProps" Target="presProps.xml"  /><Relationship Id="rId14" Type="http://schemas.openxmlformats.org/officeDocument/2006/relationships/viewProps" Target="viewProps.xml"  /><Relationship Id="rId15" Type="http://schemas.openxmlformats.org/officeDocument/2006/relationships/theme" Target="theme/theme1.xml"  /><Relationship Id="rId16" Type="http://schemas.openxmlformats.org/officeDocument/2006/relationships/tableStyles" Target="tableStyles.xml"  /><Relationship Id="rId2" Type="http://schemas.openxmlformats.org/officeDocument/2006/relationships/notesMaster" Target="notesMasters/notesMaster1.xml"  /><Relationship Id="rId3" Type="http://schemas.openxmlformats.org/officeDocument/2006/relationships/slide" Target="slides/slide1.xml"  /><Relationship Id="rId4" Type="http://schemas.openxmlformats.org/officeDocument/2006/relationships/slide" Target="slides/slide2.xml"  /><Relationship Id="rId5" Type="http://schemas.openxmlformats.org/officeDocument/2006/relationships/slide" Target="slides/slide3.xml"  /><Relationship Id="rId6" Type="http://schemas.openxmlformats.org/officeDocument/2006/relationships/slide" Target="slides/slide4.xml"  /><Relationship Id="rId7" Type="http://schemas.openxmlformats.org/officeDocument/2006/relationships/slide" Target="slides/slide5.xml"  /><Relationship Id="rId8" Type="http://schemas.openxmlformats.org/officeDocument/2006/relationships/slide" Target="slides/slide6.xml"  /><Relationship Id="rId9" Type="http://schemas.openxmlformats.org/officeDocument/2006/relationships/slide" Target="slides/slide7.xml"  /></Relationships>
</file>

<file path=ppt/notesMasters/_rels/notesMaster1.xml.rels><?xml version="1.0" encoding="UTF-8" standalone="yes" ?><Relationships xmlns="http://schemas.openxmlformats.org/package/2006/relationships"><Relationship Id="rId1" Type="http://schemas.openxmlformats.org/officeDocument/2006/relationships/theme" Target="../theme/theme2.xml"  /></Relationships>
</file>

<file path=ppt/notesMasters/notesMaster1.xml><?xml version="1.0" encoding="utf-8"?>
<p:notes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 idx="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lvl="0"/>
            <a:fld id="{E2B2BC9D-A816-4D0A-858B-1D023B3A8ACA}" type="datetime1">
              <a:rPr lang="ko-KR" altLang="en-US" smtClean="0"/>
              <a:pPr/>
              <a:t>2009-03-26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  <a:endParaRPr lang="ko-KR" altLang="en-US"/>
          </a:p>
          <a:p>
            <a:pPr lvl="1">
              <a:defRPr/>
            </a:pPr>
            <a:r>
              <a:rPr lang="ko-KR" altLang="en-US"/>
              <a:t>둘째 수준</a:t>
            </a:r>
            <a:endParaRPr lang="ko-KR" altLang="en-US"/>
          </a:p>
          <a:p>
            <a:pPr lvl="2">
              <a:defRPr/>
            </a:pPr>
            <a:r>
              <a:rPr lang="ko-KR" altLang="en-US"/>
              <a:t>셋째 수준</a:t>
            </a:r>
            <a:endParaRPr lang="ko-KR" altLang="en-US"/>
          </a:p>
          <a:p>
            <a:pPr lvl="3">
              <a:defRPr/>
            </a:pPr>
            <a:r>
              <a:rPr lang="ko-KR" altLang="en-US"/>
              <a:t>넷째 수준</a:t>
            </a:r>
            <a:endParaRPr lang="ko-KR" altLang="en-US"/>
          </a:p>
          <a:p>
            <a:pPr lvl="4">
              <a:defRPr/>
            </a:pPr>
            <a:r>
              <a:rPr lang="ko-KR" altLang="en-US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lvl="0"/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lvl="0"/>
            <a:fld id="{09F4262C-968C-4EE9-8164-CE16364706B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60353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1" Type="http://schemas.openxmlformats.org/officeDocument/2006/relationships/slide" Target="../slides/slide5.xml"  /><Relationship Id="rId2" Type="http://schemas.openxmlformats.org/officeDocument/2006/relationships/notesMaster" Target="../notesMasters/notesMaster1.xml"  /></Relationships>
</file>

<file path=ppt/notesSlides/_rels/notesSlide2.xml.rels><?xml version="1.0" encoding="UTF-8" standalone="yes" ?><Relationships xmlns="http://schemas.openxmlformats.org/package/2006/relationships"><Relationship Id="rId1" Type="http://schemas.openxmlformats.org/officeDocument/2006/relationships/slide" Target="../slides/slide6.xml"  /><Relationship Id="rId2" Type="http://schemas.openxmlformats.org/officeDocument/2006/relationships/notesMaster" Target="../notesMasters/notesMaster1.xml"  /></Relationships>
</file>

<file path=ppt/notesSlides/notesSlide1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깃과 깃허브 간략 차이점 설명하기</a:t>
            </a:r>
            <a:r>
              <a:rPr lang="en-US" altLang="ko-KR"/>
              <a:t>.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ko-KR" altLang="en-US"/>
              <a:t>깃은 지난 강의 때 모두 설치가 되었다</a:t>
            </a:r>
            <a:r>
              <a:rPr lang="en-US" altLang="ko-KR"/>
              <a:t>.</a:t>
            </a:r>
            <a:r>
              <a:rPr lang="ko-KR" altLang="en-US"/>
              <a:t> 깃허브는 그 깃으로 사용 가능하니</a:t>
            </a:r>
            <a:r>
              <a:rPr lang="en-US" altLang="ko-KR"/>
              <a:t>,</a:t>
            </a:r>
            <a:r>
              <a:rPr lang="ko-KR" altLang="en-US"/>
              <a:t> 가입만 하고 넘어가자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비용은 무료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40101286"/>
      </p:ext>
    </p:extLst>
  </p:cSld>
  <p:clrMapOvr>
    <a:masterClrMapping/>
  </p:clrMapOvr>
</p:notes>
</file>

<file path=ppt/notesSlides/notesSlide2.xml><?xml version="1.0" encoding="utf-8"?>
<p:notes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p>
            <a:endParaRPr lang="ko-KR" altLang="en-US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p>
            <a:pPr lvl="0">
              <a:defRPr/>
            </a:pPr>
            <a:r>
              <a:rPr lang="ko-KR" altLang="en-US"/>
              <a:t>우리 홈페이지 링크 주소 확인하며 버셀로 배포된 예시 설명하기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가격은 개인 프로젝트는 무료 서비스로 충분함</a:t>
            </a:r>
            <a:r>
              <a:rPr lang="en-US" altLang="ko-KR"/>
              <a:t>.</a:t>
            </a:r>
            <a:r>
              <a:rPr lang="ko-KR" altLang="en-US"/>
              <a:t> 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트래픽이 많이 발생하면 비용이 발생하지만 월 </a:t>
            </a:r>
            <a:r>
              <a:rPr lang="en-US" altLang="ko-KR"/>
              <a:t>100</a:t>
            </a:r>
            <a:r>
              <a:rPr lang="ko-KR" altLang="en-US"/>
              <a:t>기가 대역폭을 지원함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동일 서비스들이 물론 있음</a:t>
            </a:r>
            <a:r>
              <a:rPr lang="en-US" altLang="ko-KR"/>
              <a:t>.</a:t>
            </a:r>
            <a:r>
              <a:rPr lang="ko-KR" altLang="en-US"/>
              <a:t> 그러나 연동성</a:t>
            </a:r>
            <a:r>
              <a:rPr lang="en-US" altLang="ko-KR"/>
              <a:t>,</a:t>
            </a:r>
            <a:r>
              <a:rPr lang="ko-KR" altLang="en-US"/>
              <a:t> 기능성 등을 고려했을 때 버셀이 가장 직관적인 사용법을 가져서 버셀로 실습함</a:t>
            </a:r>
            <a:endParaRPr lang="ko-KR" altLang="en-US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p>
            <a:pPr lvl="0"/>
            <a:fld id="{09F4262C-968C-4EE9-8164-CE16364706B3}" type="slidenum">
              <a:rPr lang="ko-KR" altLang="en-US" smtClean="0"/>
              <a:pPr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8150231"/>
      </p:ext>
    </p:extLst>
  </p:cSld>
  <p:clrMapOvr>
    <a:masterClrMapping/>
  </p:clrMapOvr>
</p:note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914399" y="2130425"/>
            <a:ext cx="10363198" cy="1470025"/>
          </a:xfrm>
        </p:spPr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28799" y="3886200"/>
            <a:ext cx="85343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40A130E-E3B8-4EBE-931F-81B26B8448A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739559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4953836A-82A3-4C8B-9D31-CD724F3673ED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521946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3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D2EBAF6-36D0-4DD8-B695-D4C1B37E35D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0692637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4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963083" y="4406900"/>
            <a:ext cx="103631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63083" y="2906713"/>
            <a:ext cx="103631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60728D28-603B-4EFC-80F8-17E5E9107035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873657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5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09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97599" y="1600200"/>
            <a:ext cx="538479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A27A1F4E-0809-4239-8034-C38E431DAF92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63020170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6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E0DA496-7307-4E8B-88DE-CB97B48BAB6F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8797170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7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608037" y="1643063"/>
            <a:ext cx="109727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pPr lvl="0"/>
            <a:r>
              <a:rPr lang="ko-KR" altLang="en-US" smtClean="0"/>
              <a:t>표를 추가하려면 아이콘을 클릭하십시오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8721E90-850C-410B-8B89-8394F580CFDA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14367353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8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609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6197599" y="160020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608037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96036" y="3984220"/>
            <a:ext cx="538479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04191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9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2389716" y="4800600"/>
            <a:ext cx="73151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389716" y="612775"/>
            <a:ext cx="73151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ko-KR" altLang="en-US" smtClean="0"/>
              <a:t>그림을 추가하려면 아이콘을 클릭하십시오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389716" y="5367338"/>
            <a:ext cx="73151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  <a:endParaRPr lang="ko-KR" altLang="en-US"/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5ACE7E28-9336-4363-8674-B91477D8F243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41806685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0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 idx="0"/>
          </p:nvPr>
        </p:nvSpPr>
        <p:spPr>
          <a:xfrm>
            <a:off x="0" y="2130425"/>
            <a:ext cx="12192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CA348888-F454-4AD2-BA62-3AF29D9807C0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45292359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1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857477" y="2214563"/>
            <a:ext cx="6477021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 smtClean="0"/>
              <a:t>첫째 목차</a:t>
            </a:r>
            <a:endParaRPr lang="ko-KR" altLang="en-US"/>
          </a:p>
          <a:p>
            <a:pPr lvl="0"/>
            <a:r>
              <a:rPr lang="ko-KR" altLang="en-US" smtClean="0"/>
              <a:t>둘째 목차</a:t>
            </a:r>
            <a:endParaRPr lang="ko-KR" altLang="en-US"/>
          </a:p>
          <a:p>
            <a:pPr lvl="0"/>
            <a:r>
              <a:rPr lang="ko-KR" altLang="en-US" smtClean="0"/>
              <a:t>셋째 목차</a:t>
            </a:r>
            <a:endParaRPr lang="ko-KR" altLang="en-US"/>
          </a:p>
          <a:p>
            <a:pPr lvl="0"/>
            <a:r>
              <a:rPr lang="ko-KR" altLang="en-US" smtClean="0"/>
              <a:t>넷째 목차</a:t>
            </a:r>
            <a:endParaRPr lang="ko-KR" altLang="en-US"/>
          </a:p>
          <a:p>
            <a:pPr lvl="0"/>
            <a:r>
              <a:rPr lang="ko-KR" altLang="en-US" smtClean="0"/>
              <a:t>다섯째 목차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6FEC12-A4C9-4837-AF94-AD867782C04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988554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Layouts/slideLayout12.xml><?xml version="1.0" encoding="utf-8"?>
<p:sldLayout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 showMasterPhAnim="1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 idx="0"/>
          </p:nvPr>
        </p:nvSpPr>
        <p:spPr>
          <a:xfrm>
            <a:off x="8839199" y="274638"/>
            <a:ext cx="27431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09599" y="274638"/>
            <a:ext cx="8026399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/>
            <a:fld id="{957F84A3-4F29-4053-ACFD-1BAF2D3F140C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845367"/>
      </p:ext>
    </p:extLst>
  </p:cSld>
  <p:clrMapOvr>
    <a:masterClrMapping/>
  </p:clrMapOvr>
  <p:transition xmlns:mc="http://schemas.openxmlformats.org/markup-compatibility/2006" xmlns:hp="http://schemas.haansoft.com/office/presentation/8.0" mc:Ignorable="hp" hp:hslDur="500"/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slideLayout" Target="../slideLayouts/slideLayout12.xml"  /><Relationship Id="rId13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dede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 idx="0"/>
          </p:nvPr>
        </p:nvSpPr>
        <p:spPr>
          <a:xfrm>
            <a:off x="609599" y="274638"/>
            <a:ext cx="1097279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09599" y="1600200"/>
            <a:ext cx="1097279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09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422D86A-5F52-4165-8473-F1B836277586}" type="datetime1">
              <a:rPr lang="ko-KR" altLang="en-US" smtClean="0"/>
              <a:pPr/>
              <a:t>2009-12-07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165599" y="6356350"/>
            <a:ext cx="3860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737599" y="6356350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53864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 xmlns:mc="http://schemas.openxmlformats.org/markup-compatibility/2006" xmlns:hp="http://schemas.haansoft.com/office/presentation/8.0" mc:Ignorable="hp" hp:hslDur="500"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1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Relationship Id="rId2" Type="http://schemas.openxmlformats.org/officeDocument/2006/relationships/image" Target="../media/image2.png"  /><Relationship Id="rId3" Type="http://schemas.openxmlformats.org/officeDocument/2006/relationships/image" Target="../media/image3.png"  /><Relationship Id="rId4" Type="http://schemas.openxmlformats.org/officeDocument/2006/relationships/image" Target="../media/image4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1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5.png"  /><Relationship Id="rId4" Type="http://schemas.openxmlformats.org/officeDocument/2006/relationships/image" Target="../media/image6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notesSlide" Target="../notesSlides/notesSlide2.xml"  /><Relationship Id="rId2" Type="http://schemas.openxmlformats.org/officeDocument/2006/relationships/slideLayout" Target="../slideLayouts/slideLayout3.xml"  /><Relationship Id="rId3" Type="http://schemas.openxmlformats.org/officeDocument/2006/relationships/image" Target="../media/image7.png"  /><Relationship Id="rId4" Type="http://schemas.openxmlformats.org/officeDocument/2006/relationships/image" Target="../media/image8.png"  /><Relationship Id="rId5" Type="http://schemas.openxmlformats.org/officeDocument/2006/relationships/image" Target="../media/image9.png"  /><Relationship Id="rId6" Type="http://schemas.openxmlformats.org/officeDocument/2006/relationships/image" Target="../media/image10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3.xml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162742" y="2933507"/>
            <a:ext cx="1866515" cy="990984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r>
              <a:rPr lang="ko-KR" altLang="en-US"/>
              <a:t>표지</a:t>
            </a:r>
            <a:endParaRPr lang="ko-KR" altLang="en-US"/>
          </a:p>
        </p:txBody>
      </p:sp>
    </p:spTree>
  </p:cSld>
  <p:clrMapOvr>
    <a:masterClrMapping/>
  </p:clrMapOvr>
</p:sld>
</file>

<file path=ppt/slides/slide2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162742" y="480098"/>
            <a:ext cx="1866515" cy="769697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목차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2619168"/>
      </p:ext>
    </p:extLst>
  </p:cSld>
  <p:clrMapOvr>
    <a:masterClrMapping/>
  </p:clrMapOvr>
</p:sld>
</file>

<file path=ppt/slides/slide3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1470967" y="2299807"/>
            <a:ext cx="9250066" cy="4124901"/>
          </a:xfrm>
          <a:prstGeom prst="rect">
            <a:avLst/>
          </a:prstGeom>
        </p:spPr>
      </p:pic>
      <p:sp>
        <p:nvSpPr>
          <p:cNvPr id="5" name="모서리가 둥근 직사각형 4"/>
          <p:cNvSpPr/>
          <p:nvPr/>
        </p:nvSpPr>
        <p:spPr>
          <a:xfrm>
            <a:off x="5162742" y="1009265"/>
            <a:ext cx="1866515" cy="769697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ko-KR" altLang="en-US"/>
              <a:t>지난 강의</a:t>
            </a: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10764879"/>
      </p:ext>
    </p:extLst>
  </p:cSld>
  <p:clrMapOvr>
    <a:masterClrMapping/>
  </p:clrMapOvr>
</p:sld>
</file>

<file path=ppt/slides/slide4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모서리가 둥근 직사각형 1"/>
          <p:cNvSpPr/>
          <p:nvPr/>
        </p:nvSpPr>
        <p:spPr>
          <a:xfrm>
            <a:off x="5162742" y="480098"/>
            <a:ext cx="1866515" cy="769697"/>
          </a:xfrm>
          <a:prstGeom prst="roundRect">
            <a:avLst>
              <a:gd name="adj" fmla="val 16667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r>
              <a:rPr lang="en-US" altLang="ko-KR"/>
              <a:t>2</a:t>
            </a:r>
            <a:r>
              <a:rPr lang="ko-KR" altLang="en-US"/>
              <a:t>강 목표</a:t>
            </a:r>
            <a:endParaRPr lang="ko-KR" altLang="en-US"/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363025" y="3964982"/>
            <a:ext cx="2534800" cy="204761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3811841" y="4081129"/>
            <a:ext cx="2587502" cy="1815315"/>
          </a:xfrm>
          <a:prstGeom prst="rect">
            <a:avLst/>
          </a:prstGeom>
        </p:spPr>
      </p:pic>
      <p:sp>
        <p:nvSpPr>
          <p:cNvPr id="5" name="휘어진 화살표 4"/>
          <p:cNvSpPr/>
          <p:nvPr/>
        </p:nvSpPr>
        <p:spPr>
          <a:xfrm>
            <a:off x="6822676" y="3842332"/>
            <a:ext cx="1443182" cy="837045"/>
          </a:xfrm>
          <a:prstGeom prst="swooshArrow">
            <a:avLst>
              <a:gd name="adj1" fmla="val 17187"/>
              <a:gd name="adj2" fmla="val 16667"/>
            </a:avLst>
          </a:prstGeom>
          <a:solidFill>
            <a:srgbClr val="a2be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6" name="휘어진 화살표 5"/>
          <p:cNvSpPr/>
          <p:nvPr/>
        </p:nvSpPr>
        <p:spPr>
          <a:xfrm flipV="1">
            <a:off x="6822676" y="5175547"/>
            <a:ext cx="1443182" cy="837045"/>
          </a:xfrm>
          <a:prstGeom prst="swooshArrow">
            <a:avLst>
              <a:gd name="adj1" fmla="val 17187"/>
              <a:gd name="adj2" fmla="val 16667"/>
            </a:avLst>
          </a:prstGeom>
          <a:solidFill>
            <a:srgbClr val="a2be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7" name="오른쪽 화살표 6"/>
          <p:cNvSpPr/>
          <p:nvPr/>
        </p:nvSpPr>
        <p:spPr>
          <a:xfrm>
            <a:off x="6822676" y="4765969"/>
            <a:ext cx="1443182" cy="322986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2be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8" name="오른쪽 화살표 7"/>
          <p:cNvSpPr/>
          <p:nvPr/>
        </p:nvSpPr>
        <p:spPr>
          <a:xfrm>
            <a:off x="2734265" y="4679378"/>
            <a:ext cx="914015" cy="496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2be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8945626" y="3787506"/>
            <a:ext cx="2816074" cy="2402561"/>
          </a:xfrm>
          <a:prstGeom prst="rect">
            <a:avLst/>
          </a:prstGeom>
        </p:spPr>
      </p:pic>
      <p:sp>
        <p:nvSpPr>
          <p:cNvPr id="12" name="가로 글상자 11"/>
          <p:cNvSpPr txBox="1"/>
          <p:nvPr/>
        </p:nvSpPr>
        <p:spPr>
          <a:xfrm>
            <a:off x="4638963" y="4806169"/>
            <a:ext cx="933258" cy="366583"/>
          </a:xfrm>
          <a:prstGeom prst="rect">
            <a:avLst/>
          </a:prstGeom>
          <a:solidFill>
            <a:schemeClr val="dk1"/>
          </a:solidFill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</a:rPr>
              <a:t>GIT(</a:t>
            </a:r>
            <a:r>
              <a:rPr lang="ko-KR" altLang="en-US" b="1">
                <a:solidFill>
                  <a:schemeClr val="lt1"/>
                </a:solidFill>
              </a:rPr>
              <a:t>깃</a:t>
            </a:r>
            <a:r>
              <a:rPr lang="en-US" altLang="ko-KR" b="1">
                <a:solidFill>
                  <a:schemeClr val="lt1"/>
                </a:solidFill>
              </a:rPr>
              <a:t>)</a:t>
            </a:r>
            <a:endParaRPr lang="en-US" altLang="ko-KR" b="1">
              <a:solidFill>
                <a:schemeClr val="lt1"/>
              </a:solidFill>
            </a:endParaRPr>
          </a:p>
        </p:txBody>
      </p:sp>
      <p:sp>
        <p:nvSpPr>
          <p:cNvPr id="13" name="가로 글상자 12"/>
          <p:cNvSpPr txBox="1"/>
          <p:nvPr/>
        </p:nvSpPr>
        <p:spPr>
          <a:xfrm>
            <a:off x="6946212" y="3429000"/>
            <a:ext cx="1443182" cy="362627"/>
          </a:xfrm>
          <a:prstGeom prst="rect">
            <a:avLst/>
          </a:prstGeom>
          <a:solidFill>
            <a:schemeClr val="dk1"/>
          </a:solidFill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b="1">
                <a:solidFill>
                  <a:schemeClr val="lt1"/>
                </a:solidFill>
              </a:rPr>
              <a:t>VERCEL(</a:t>
            </a:r>
            <a:r>
              <a:rPr lang="ko-KR" altLang="en-US" b="1">
                <a:solidFill>
                  <a:schemeClr val="lt1"/>
                </a:solidFill>
              </a:rPr>
              <a:t>버셀</a:t>
            </a:r>
            <a:r>
              <a:rPr lang="en-US" altLang="ko-KR" b="1">
                <a:solidFill>
                  <a:schemeClr val="lt1"/>
                </a:solidFill>
              </a:rPr>
              <a:t>)</a:t>
            </a:r>
            <a:endParaRPr lang="en-US" altLang="ko-KR" b="1">
              <a:solidFill>
                <a:schemeClr val="lt1"/>
              </a:solidFill>
            </a:endParaRPr>
          </a:p>
        </p:txBody>
      </p:sp>
      <p:sp>
        <p:nvSpPr>
          <p:cNvPr id="14" name="가로 글상자 13"/>
          <p:cNvSpPr txBox="1"/>
          <p:nvPr/>
        </p:nvSpPr>
        <p:spPr>
          <a:xfrm>
            <a:off x="2686159" y="4746149"/>
            <a:ext cx="962121" cy="362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업로드</a:t>
            </a:r>
            <a:endParaRPr lang="ko-KR" altLang="en-US"/>
          </a:p>
        </p:txBody>
      </p:sp>
      <p:sp>
        <p:nvSpPr>
          <p:cNvPr id="15" name="가로 글상자 14"/>
          <p:cNvSpPr txBox="1"/>
          <p:nvPr/>
        </p:nvSpPr>
        <p:spPr>
          <a:xfrm>
            <a:off x="7186743" y="4765969"/>
            <a:ext cx="962121" cy="3626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ko-KR" altLang="en-US"/>
              <a:t>배포</a:t>
            </a:r>
            <a:endParaRPr lang="ko-KR" altLang="en-US"/>
          </a:p>
        </p:txBody>
      </p:sp>
      <p:sp>
        <p:nvSpPr>
          <p:cNvPr id="16" name="직사각형 15"/>
          <p:cNvSpPr/>
          <p:nvPr/>
        </p:nvSpPr>
        <p:spPr>
          <a:xfrm>
            <a:off x="0" y="1591348"/>
            <a:ext cx="12192000" cy="894772"/>
          </a:xfrm>
          <a:prstGeom prst="rect">
            <a:avLst/>
          </a:prstGeom>
          <a:solidFill>
            <a:srgbClr val="fbefd4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p>
            <a:pPr lvl="0" algn="ctr">
              <a:defRPr/>
            </a:pPr>
            <a:endParaRPr lang="ko-KR" altLang="en-US"/>
          </a:p>
        </p:txBody>
      </p:sp>
      <p:sp>
        <p:nvSpPr>
          <p:cNvPr id="17" name="가로 글상자 16"/>
          <p:cNvSpPr txBox="1"/>
          <p:nvPr/>
        </p:nvSpPr>
        <p:spPr>
          <a:xfrm>
            <a:off x="3617951" y="1792060"/>
            <a:ext cx="4956097" cy="49203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2700" b="1"/>
              <a:t>“</a:t>
            </a:r>
            <a:r>
              <a:rPr lang="ko-KR" altLang="en-US" sz="2700" b="1"/>
              <a:t> 내 서비스를 세상에 내보내기 </a:t>
            </a:r>
            <a:r>
              <a:rPr lang="en-US" altLang="ko-KR" sz="2700" b="1"/>
              <a:t>”</a:t>
            </a:r>
            <a:endParaRPr lang="en-US" altLang="ko-KR" sz="2700" b="1"/>
          </a:p>
        </p:txBody>
      </p:sp>
    </p:spTree>
    <p:extLst>
      <p:ext uri="{BB962C8B-B14F-4D97-AF65-F5344CB8AC3E}">
        <p14:creationId xmlns:p14="http://schemas.microsoft.com/office/powerpoint/2010/main" val="1969856008"/>
      </p:ext>
    </p:extLst>
  </p:cSld>
  <p:clrMapOvr>
    <a:masterClrMapping/>
  </p:clrMapOvr>
</p:sld>
</file>

<file path=ppt/slides/slide5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1084752" y="3023722"/>
            <a:ext cx="4065758" cy="1715536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598182" y="980628"/>
            <a:ext cx="3038899" cy="1590897"/>
          </a:xfrm>
          <a:prstGeom prst="rect">
            <a:avLst/>
          </a:prstGeom>
        </p:spPr>
      </p:pic>
      <p:sp>
        <p:nvSpPr>
          <p:cNvPr id="6" name="오른쪽 화살표 5"/>
          <p:cNvSpPr/>
          <p:nvPr/>
        </p:nvSpPr>
        <p:spPr>
          <a:xfrm>
            <a:off x="5534038" y="1527992"/>
            <a:ext cx="914015" cy="496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2be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7" name="가로 글상자 6"/>
          <p:cNvSpPr txBox="1"/>
          <p:nvPr/>
        </p:nvSpPr>
        <p:spPr>
          <a:xfrm>
            <a:off x="6800811" y="1593028"/>
            <a:ext cx="2656589" cy="367217"/>
          </a:xfrm>
          <a:prstGeom prst="rect">
            <a:avLst/>
          </a:prstGeom>
        </p:spPr>
        <p:txBody>
          <a:bodyPr wrap="square">
            <a:spAutoFit/>
          </a:bodyPr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로컬에서 버전 관리</a:t>
            </a:r>
            <a:endParaRPr lang="ko-KR" altLang="en-US"/>
          </a:p>
        </p:txBody>
      </p:sp>
      <p:sp>
        <p:nvSpPr>
          <p:cNvPr id="8" name="가로 글상자 7"/>
          <p:cNvSpPr txBox="1"/>
          <p:nvPr/>
        </p:nvSpPr>
        <p:spPr>
          <a:xfrm>
            <a:off x="6800811" y="3007614"/>
            <a:ext cx="4763636" cy="173164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서비스 저장고</a:t>
            </a:r>
            <a:endParaRPr lang="ko-KR" altLang="en-US"/>
          </a:p>
          <a:p>
            <a:pPr lvl="0">
              <a:defRPr/>
            </a:pPr>
            <a:r>
              <a:rPr lang="ko-KR" altLang="en-US"/>
              <a:t>   </a:t>
            </a:r>
            <a:r>
              <a:rPr lang="en-US" altLang="ko-KR"/>
              <a:t>(</a:t>
            </a:r>
            <a:r>
              <a:rPr lang="ko-KR" altLang="en-US"/>
              <a:t>예</a:t>
            </a:r>
            <a:r>
              <a:rPr lang="en-US" altLang="ko-KR"/>
              <a:t>.</a:t>
            </a:r>
            <a:r>
              <a:rPr lang="ko-KR" altLang="en-US"/>
              <a:t>구글 드라이브</a:t>
            </a:r>
            <a:r>
              <a:rPr lang="en-US" altLang="ko-KR"/>
              <a:t>,</a:t>
            </a:r>
            <a:r>
              <a:rPr lang="ko-KR" altLang="en-US"/>
              <a:t> 네이버 클라우드</a:t>
            </a:r>
            <a:r>
              <a:rPr lang="en-US" altLang="ko-KR"/>
              <a:t>)</a:t>
            </a:r>
            <a:endParaRPr lang="en-US" altLang="ko-KR"/>
          </a:p>
          <a:p>
            <a:pPr lvl="0">
              <a:defRPr/>
            </a:pPr>
            <a:endParaRPr lang="en-US" altLang="ko-KR"/>
          </a:p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버전 관리 가능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*</a:t>
            </a:r>
            <a:r>
              <a:rPr lang="ko-KR" altLang="en-US"/>
              <a:t> </a:t>
            </a:r>
            <a:r>
              <a:rPr lang="en-US" altLang="ko-KR"/>
              <a:t>Gmail</a:t>
            </a:r>
            <a:r>
              <a:rPr lang="ko-KR" altLang="en-US"/>
              <a:t>로 가입 진행</a:t>
            </a:r>
            <a:endParaRPr lang="ko-KR" altLang="en-US"/>
          </a:p>
        </p:txBody>
      </p:sp>
      <p:sp>
        <p:nvSpPr>
          <p:cNvPr id="9" name="오른쪽 화살표 8"/>
          <p:cNvSpPr/>
          <p:nvPr/>
        </p:nvSpPr>
        <p:spPr>
          <a:xfrm>
            <a:off x="5638992" y="3633406"/>
            <a:ext cx="914015" cy="496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2be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23442911"/>
      </p:ext>
    </p:extLst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897744" y="1738484"/>
            <a:ext cx="5198255" cy="1156754"/>
          </a:xfrm>
          <a:prstGeom prst="rect">
            <a:avLst/>
          </a:prstGeom>
        </p:spPr>
      </p:pic>
      <p:sp>
        <p:nvSpPr>
          <p:cNvPr id="3" name="오른쪽 화살표 2"/>
          <p:cNvSpPr/>
          <p:nvPr/>
        </p:nvSpPr>
        <p:spPr>
          <a:xfrm>
            <a:off x="6340862" y="2068217"/>
            <a:ext cx="914015" cy="496168"/>
          </a:xfrm>
          <a:prstGeom prst="rightArrow">
            <a:avLst>
              <a:gd name="adj1" fmla="val 50000"/>
              <a:gd name="adj2" fmla="val 50000"/>
            </a:avLst>
          </a:prstGeom>
          <a:solidFill>
            <a:srgbClr val="a2bee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4" name="가로 글상자 3"/>
          <p:cNvSpPr txBox="1"/>
          <p:nvPr/>
        </p:nvSpPr>
        <p:spPr>
          <a:xfrm>
            <a:off x="7652456" y="1863802"/>
            <a:ext cx="3754765" cy="9061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/>
              <a:t>-</a:t>
            </a:r>
            <a:r>
              <a:rPr lang="ko-KR" altLang="en-US"/>
              <a:t> </a:t>
            </a:r>
            <a:r>
              <a:rPr lang="en-US" altLang="ko-KR"/>
              <a:t>Git</a:t>
            </a:r>
            <a:r>
              <a:rPr lang="ko-KR" altLang="en-US"/>
              <a:t>에 올린 코드를 자동 배포</a:t>
            </a:r>
            <a:endParaRPr lang="ko-KR" altLang="en-US"/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*</a:t>
            </a:r>
            <a:r>
              <a:rPr lang="ko-KR" altLang="en-US"/>
              <a:t> </a:t>
            </a:r>
            <a:r>
              <a:rPr lang="en-US" altLang="ko-KR"/>
              <a:t>[Continue with GitHub]</a:t>
            </a:r>
            <a:r>
              <a:rPr lang="ko-KR" altLang="en-US"/>
              <a:t>으로</a:t>
            </a:r>
            <a:r>
              <a:rPr lang="en-US" altLang="ko-KR"/>
              <a:t> </a:t>
            </a:r>
            <a:r>
              <a:rPr lang="ko-KR" altLang="en-US"/>
              <a:t>가입</a:t>
            </a:r>
            <a:endParaRPr lang="ko-KR" altLang="en-US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1779949" y="4800251"/>
            <a:ext cx="1505160" cy="1000264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4054287" y="4800251"/>
            <a:ext cx="2743582" cy="914527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7987690" y="4613404"/>
            <a:ext cx="2536740" cy="1101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0063807"/>
      </p:ext>
    </p:extLst>
  </p:cSld>
  <p:clrMapOvr>
    <a:masterClrMapping/>
  </p:clrMapOvr>
</p:sld>
</file>

<file path=ppt/slides/slide7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31062386"/>
      </p:ext>
    </p:extLst>
  </p:cSld>
  <p:clrMapOvr>
    <a:masterClrMapping/>
  </p:clrMapOvr>
</p:sld>
</file>

<file path=ppt/slides/slide8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55453040"/>
      </p:ext>
    </p:extLst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5679355"/>
      </p:ext>
    </p:extLst>
  </p:cSld>
  <p:clrMapOvr>
    <a:masterClrMapping/>
  </p:clrMapOvr>
</p:sld>
</file>

<file path=ppt/slides/slide10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16502187"/>
      </p:ext>
    </p:extLst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4a45ff"/>
      </a:hlink>
      <a:folHlink>
        <a:srgbClr val="be27bb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43</ep:Words>
  <ep:PresentationFormat>화면 슬라이드 쇼(4:3)</ep:PresentationFormat>
  <ep:Paragraphs>27</ep:Paragraphs>
  <ep:Slides>10</ep:Slides>
  <ep:Notes>2</ep:Notes>
  <ep:TotalTime>0</ep:TotalTime>
  <ep:HiddenSlides>0</ep:HiddenSlides>
  <ep:MMClips>0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ep:HeadingPairs>
  <ep:TitlesOfParts>
    <vt:vector size="11" baseType="lpstr">
      <vt:lpstr>한컴오피스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2026-04-06T08:53:33.900</dcterms:created>
  <dc:creator>HelloVR</dc:creator>
  <cp:lastModifiedBy>HelloVR</cp:lastModifiedBy>
  <dcterms:modified xsi:type="dcterms:W3CDTF">2026-04-06T11:39:49.187</dcterms:modified>
  <cp:revision>27</cp:revision>
  <cp:version>12.0.0.3146</cp:version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